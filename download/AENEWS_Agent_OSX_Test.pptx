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Multi-Cluster AI Agent 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Agent Clusters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Browser (18 agents)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Coding (8 agents)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Office (6 agents)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Marketing (8 agents)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LLM Intelligence (6 agents)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Meta Intelligence (13 agents)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subject>PptxGenJS Presentation</dc:subject>
  <dc:creator>AENEWS Agent OS X</dc:creator>
  <cp:lastModifiedBy>AENEWS Agent OS X</cp:lastModifiedBy>
  <cp:revision>1</cp:revision>
  <dcterms:created xsi:type="dcterms:W3CDTF">2026-06-15T17:39:52Z</dcterms:created>
  <dcterms:modified xsi:type="dcterms:W3CDTF">2026-06-15T17:39:52Z</dcterms:modified>
</cp:coreProperties>
</file>