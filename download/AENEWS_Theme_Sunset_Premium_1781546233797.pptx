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14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365760"/>
            <a:ext cx="2286000" cy="2286000"/>
          </a:xfrm>
          <a:prstGeom prst="ellipse">
            <a:avLst/>
          </a:prstGeom>
          <a:solidFill>
            <a:srgbClr val="7C2D12"/>
          </a:solidFill>
          <a:ln w="19050">
            <a:solidFill>
              <a:srgbClr val="F97316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7680960" y="914400"/>
            <a:ext cx="1645920" cy="1645920"/>
          </a:xfrm>
          <a:prstGeom prst="ellipse">
            <a:avLst/>
          </a:prstGeom>
          <a:solidFill>
            <a:srgbClr val="431407"/>
          </a:solidFill>
          <a:ln w="6350">
            <a:solidFill>
              <a:srgbClr val="FDBA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4592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AENEWS Agent OS X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228600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DB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Premium : Sunset Gradient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5303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AENEWS Agent OS 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F9731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C2D1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Métriques Clés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560320" cy="347472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560320" cy="73152"/>
          </a:xfrm>
          <a:prstGeom prst="rect">
            <a:avLst>
              <a:gd name="adj" fmla="val 125000"/>
            </a:avLst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031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560320" cy="347472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463040"/>
            <a:ext cx="2560320" cy="73152"/>
          </a:xfrm>
          <a:prstGeom prst="rect">
            <a:avLst>
              <a:gd name="adj" fmla="val 125000"/>
            </a:avLst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21031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91840" y="3474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560320" cy="347472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463040"/>
            <a:ext cx="2560320" cy="73152"/>
          </a:xfrm>
          <a:prstGeom prst="rect">
            <a:avLst>
              <a:gd name="adj" fmla="val 125000"/>
            </a:avLst>
          </a:prstGeom>
          <a:solidFill>
            <a:srgbClr val="CA8A04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21031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126480" y="3474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Uptime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314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7C2D12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5029200"/>
            <a:ext cx="2286000" cy="2286000"/>
          </a:xfrm>
          <a:prstGeom prst="ellipse">
            <a:avLst/>
          </a:prstGeom>
          <a:solidFill>
            <a:srgbClr val="7C2D12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200400" y="3108960"/>
            <a:ext cx="27432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474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B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sunset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0" y="5212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aenews.ai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AENEWS Agent OS 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AENEWS_Theme_Sunset</dc:title>
  <dc:subject>AENEWS_Theme_Sunset</dc:subject>
  <dc:creator>AENEWS Agent OS X</dc:creator>
  <cp:lastModifiedBy>AENEWS Agent OS X</cp:lastModifiedBy>
  <cp:revision>1</cp:revision>
  <dcterms:created xsi:type="dcterms:W3CDTF">2026-06-15T17:57:13Z</dcterms:created>
  <dcterms:modified xsi:type="dcterms:W3CDTF">2026-06-15T17:57:13Z</dcterms:modified>
</cp:coreProperties>
</file>