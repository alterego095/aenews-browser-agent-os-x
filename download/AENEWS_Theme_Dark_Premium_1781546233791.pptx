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365760"/>
            <a:ext cx="2286000" cy="2286000"/>
          </a:xfrm>
          <a:prstGeom prst="ellipse">
            <a:avLst/>
          </a:prstGeom>
          <a:solidFill>
            <a:srgbClr val="0A0A0F"/>
          </a:solidFill>
          <a:ln w="19050">
            <a:solidFill>
              <a:srgbClr val="A78BFA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7680960" y="914400"/>
            <a:ext cx="1645920" cy="1645920"/>
          </a:xfrm>
          <a:prstGeom prst="ellipse">
            <a:avLst/>
          </a:prstGeom>
          <a:solidFill>
            <a:srgbClr val="050508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4592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AENEWS Agent OS X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2286000" cy="6400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4747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Premium : Dark Luxe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5303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AENEWS Agent OS 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Métriques Clés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560320" cy="3474720"/>
          </a:xfrm>
          <a:prstGeom prst="rect">
            <a:avLst>
              <a:gd name="adj" fmla="val 3571"/>
            </a:avLst>
          </a:prstGeom>
          <a:solidFill>
            <a:srgbClr val="111118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2560320" cy="73152"/>
          </a:xfrm>
          <a:prstGeom prst="rect">
            <a:avLst>
              <a:gd name="adj" fmla="val 125000"/>
            </a:avLst>
          </a:prstGeom>
          <a:solidFill>
            <a:srgbClr val="A78BF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0312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110+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IA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463040"/>
            <a:ext cx="2560320" cy="3474720"/>
          </a:xfrm>
          <a:prstGeom prst="rect">
            <a:avLst>
              <a:gd name="adj" fmla="val 3571"/>
            </a:avLst>
          </a:prstGeom>
          <a:solidFill>
            <a:srgbClr val="111118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463040"/>
            <a:ext cx="2560320" cy="73152"/>
          </a:xfrm>
          <a:prstGeom prst="rect">
            <a:avLst>
              <a:gd name="adj" fmla="val 125000"/>
            </a:avLst>
          </a:prstGeom>
          <a:solidFill>
            <a:srgbClr val="34D399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210312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291840" y="3474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1463040"/>
            <a:ext cx="2560320" cy="3474720"/>
          </a:xfrm>
          <a:prstGeom prst="rect">
            <a:avLst>
              <a:gd name="adj" fmla="val 3571"/>
            </a:avLst>
          </a:prstGeom>
          <a:solidFill>
            <a:srgbClr val="111118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463040"/>
            <a:ext cx="2560320" cy="73152"/>
          </a:xfrm>
          <a:prstGeom prst="rect">
            <a:avLst>
              <a:gd name="adj" fmla="val 125000"/>
            </a:avLst>
          </a:prstGeom>
          <a:solidFill>
            <a:srgbClr val="FBBF24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210312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126480" y="3474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Uptime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124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0A0A0F"/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5029200"/>
            <a:ext cx="2286000" cy="2286000"/>
          </a:xfrm>
          <a:prstGeom prst="ellipse">
            <a:avLst/>
          </a:prstGeom>
          <a:solidFill>
            <a:srgbClr val="0A0A0F"/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3200400" y="3108960"/>
            <a:ext cx="2743200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34747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dark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286000" y="5212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aenews.ai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6803136"/>
            <a:ext cx="9144000" cy="54864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AENEWS Agent OS 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AENEWS_Theme_Dark</dc:title>
  <dc:subject>AENEWS_Theme_Dark</dc:subject>
  <dc:creator>AENEWS Agent OS X</dc:creator>
  <cp:lastModifiedBy>AENEWS Agent OS X</cp:lastModifiedBy>
  <cp:revision>1</cp:revision>
  <dcterms:created xsi:type="dcterms:W3CDTF">2026-06-15T17:57:13Z</dcterms:created>
  <dcterms:modified xsi:type="dcterms:W3CDTF">2026-06-15T17:57:13Z</dcterms:modified>
</cp:coreProperties>
</file>