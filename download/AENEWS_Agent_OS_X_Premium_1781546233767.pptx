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AENEWS Agent OS X presentation. This is a premium showcase of our multi-cluster AI operating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Overview of the system architecture and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metrics: 110+ AI agents across 14 specialized clusters, with 3ms average response time and 99.9% uptime.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AENEWS is a next-generation multi-agent OS with comprehensive security and intelligent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Technical architecture and technology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tech stack combines NestJS 11 backend with Next.js 16 frontend, plus comprehensive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differentiators showing how AENEWS transforms traditional approaches into AI-powered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core philosophy: AI augments human capability rather than replacing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Detailed look at the 14 agent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of our 14 clusters shown here with their specialized agent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AI providers with circuit breakers, Redis caching, and automatic host cooldown.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 roadmap showing quarterly milestones from foundation to self-evolution.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Comprehensive security with encryption, 2FA, injection guards, SSRF protection, and circuit breakers.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0F1B3D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680960" y="914400"/>
            <a:ext cx="1645920" cy="1645920"/>
          </a:xfrm>
          <a:prstGeom prst="ellipse">
            <a:avLst/>
          </a:prstGeom>
          <a:solidFill>
            <a:srgbClr val="070E1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Multi-Cluster AI Agent Operating System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Intelligent Automation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70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7432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du système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en chiffres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20240" cy="34747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920240" cy="73152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1031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463040"/>
            <a:ext cx="1920240" cy="34747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463040"/>
            <a:ext cx="1920240" cy="73152"/>
          </a:xfrm>
          <a:prstGeom prst="rect">
            <a:avLst>
              <a:gd name="adj" fmla="val 125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1031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1460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1920240" cy="34747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463040"/>
            <a:ext cx="1920240" cy="73152"/>
          </a:xfrm>
          <a:prstGeom prst="rect">
            <a:avLst>
              <a:gd name="adj" fmla="val 125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1031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0916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3720" y="1463040"/>
            <a:ext cx="1920240" cy="3474720"/>
          </a:xfrm>
          <a:prstGeom prst="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63040"/>
            <a:ext cx="1920240" cy="73152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10312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0372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qu'AENEWS Agent OS X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d'exploitation multi-agents de nouvelle génération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clusters spécialisés couvrant tous les domaines critiques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110+ agents IA autonomes avec orchestration intelligente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distribuée haute performance avec fallback automatique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avancée : chiffrement AES-256-GCM, 2FA, injection guard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70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7432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Technologies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Technologique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26280" y="1188720"/>
            <a:ext cx="36576" cy="475488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(NestJS 11)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modules spécialisés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 + Neo4j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Queue + RabbitMQ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AES-256-GCM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+ Caching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(Next.js 16)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Tailwind CSS 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temps réel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monitoring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665 tests (626 backend + 39 frontend)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►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GitHub Actions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vs Après AENEWS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4937760"/>
          </a:xfrm>
          <a:prstGeom prst="rect">
            <a:avLst>
              <a:gd name="adj" fmla="val 2273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Traditionnelle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✘"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manuels répétitifs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✘"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en secondes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✘"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monolithique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✘"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basique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✘"/>
            </a:pPr>
            <a:r>
              <a:rPr lang="en-US" sz="13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d'orchestration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4937760"/>
          </a:xfrm>
          <a:prstGeom prst="rect">
            <a:avLst>
              <a:gd name="adj" fmla="val 2273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IA complète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en millisecondes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distribuée 14 clusters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multi-couches avancée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intelligente auto-adaptive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320040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32461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L'intelligence artificielle ne remplace pas l'humain, elle libère son potentiel créatif en automatisant le reste.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475488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AENEWS Manifest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070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7432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14 Clusters d'Agents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d'Agents 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219456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agents de navigation, scraping et automatisation web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219456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38404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💻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agents de génération, review et déploiement de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840480" cy="219456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657600"/>
            <a:ext cx="38404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480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agents bureautiques dont présentation LLM premium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3840480" cy="219456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657600"/>
            <a:ext cx="38404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0" y="4480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agents SEO, contenu, social media et analytics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126480"/>
            <a:ext cx="3840480" cy="219456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6126480"/>
            <a:ext cx="38404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6400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463040" y="6400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6949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agents détection, conformité et chiffrement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6126480"/>
            <a:ext cx="3840480" cy="2194560"/>
          </a:xfrm>
          <a:prstGeom prst="rect">
            <a:avLst>
              <a:gd name="adj" fmla="val 41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6126480"/>
            <a:ext cx="38404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6400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🧠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669280" y="6400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Meta-Intelligence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0" y="6949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agents cognitifs et méta-apprentissage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LLM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IA (ZAI, OpenAI, Anthropic)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5min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Redis TTL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 host défaillant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7315200" cy="3657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core + 14 clusters + 665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Connecteurs avancés + LLM premium + Slides pro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 + Optimisation IA + Monitoring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3246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4805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Self-evolution + Certification auto + Plugins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Multi-Couches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AES-256-GCM pour toutes les données sensibles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2FA/TOTP avec codes de récupération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Guard — protection contre les injections IA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SSRF — validation stricte des URLs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— isolation automatique des services défaillants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F1B3D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0F1B3D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contact@aenews.ai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github.com/AlterEgo095/AENEWS-BROWSER-AGENT-OS-X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AENEWS Agent OS 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AENEWS Agent OS X</dc:title>
  <dc:subject>AENEWS Agent OS X</dc:subject>
  <dc:creator>AENEWS Agent OS X</dc:creator>
  <cp:lastModifiedBy>AENEWS Agent OS X</cp:lastModifiedBy>
  <cp:revision>1</cp:revision>
  <dcterms:created xsi:type="dcterms:W3CDTF">2026-06-15T17:57:13Z</dcterms:created>
  <dcterms:modified xsi:type="dcterms:W3CDTF">2026-06-15T17:57:13Z</dcterms:modified>
</cp:coreProperties>
</file>