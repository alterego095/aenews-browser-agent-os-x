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65760"/>
            <a:ext cx="2286000" cy="2286000"/>
          </a:xfrm>
          <a:prstGeom prst="ellipse">
            <a:avLst/>
          </a:prstGeom>
          <a:solidFill>
            <a:srgbClr val="064E3B"/>
          </a:solidFill>
          <a:ln w="19050">
            <a:solidFill>
              <a:srgbClr val="10B98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680960" y="914400"/>
            <a:ext cx="1645920" cy="1645920"/>
          </a:xfrm>
          <a:prstGeom prst="ellipse">
            <a:avLst/>
          </a:prstGeom>
          <a:solidFill>
            <a:srgbClr val="022C22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2860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Premium : Emerald Tech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Clés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64E3B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5029200"/>
            <a:ext cx="2286000" cy="2286000"/>
          </a:xfrm>
          <a:prstGeom prst="ellipse">
            <a:avLst/>
          </a:prstGeom>
          <a:solidFill>
            <a:srgbClr val="064E3B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emerald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aenews.ai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AENEWS Agent OS 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AENEWS_Theme_Emerald</dc:title>
  <dc:subject>AENEWS_Theme_Emerald</dc:subject>
  <dc:creator>AENEWS Agent OS X</dc:creator>
  <cp:lastModifiedBy>AENEWS Agent OS X</cp:lastModifiedBy>
  <cp:revision>1</cp:revision>
  <dcterms:created xsi:type="dcterms:W3CDTF">2026-06-15T17:57:13Z</dcterms:created>
  <dcterms:modified xsi:type="dcterms:W3CDTF">2026-06-15T17:57:13Z</dcterms:modified>
</cp:coreProperties>
</file>