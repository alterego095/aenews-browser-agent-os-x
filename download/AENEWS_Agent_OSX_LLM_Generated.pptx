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plateforme d'agents IA multi-cluster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Multi-Cluster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clusters interconnectés pour une redondance maximale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intelligente des charges de travail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des applications critiques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centralisée des ressources distribuées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de 114 Agents 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agents intelligents spécialisés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inter-agents pour des résolutions complexes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 continu et adaptation aux environnements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utilisateur unifiée pour le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 basé sur la demande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renforcée avec chiffrement de bout en bout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RESTful pour une intégration transparente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prédictive des pannes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cloud hybride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des opérations DevOps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de systèmes distribués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des chaînes d'approvisionnement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 : solution IA évolutive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clusters pour une résilience maximale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agents pour une intelligence distribuée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pour les défis technologiques de demain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AENEWS Agent OS X</dc:title>
  <dc:subject>PptxGenJS Presentation</dc:subject>
  <dc:creator>AENEWS Agent OS X</dc:creator>
  <cp:lastModifiedBy>AENEWS Agent OS X</cp:lastModifiedBy>
  <cp:revision>1</cp:revision>
  <dcterms:created xsi:type="dcterms:W3CDTF">2026-06-15T17:40:37Z</dcterms:created>
  <dcterms:modified xsi:type="dcterms:W3CDTF">2026-06-15T17:40:37Z</dcterms:modified>
</cp:coreProperties>
</file>