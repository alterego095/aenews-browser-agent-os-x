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82F4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4" name="Shape 2"/>
          <p:cNvSpPr/>
          <p:nvPr/>
        </p:nvSpPr>
        <p:spPr>
          <a:xfrm>
            <a:off x="7132320" y="365760"/>
            <a:ext cx="2286000" cy="2286000"/>
          </a:xfrm>
          <a:prstGeom prst="ellipse">
            <a:avLst/>
          </a:prstGeom>
          <a:solidFill>
            <a:srgbClr val="0C4A6E"/>
          </a:solidFill>
          <a:ln w="19050">
            <a:solidFill>
              <a:srgbClr val="06B6D4"/>
            </a:solidFill>
            <a:prstDash val="dash"/>
          </a:ln>
        </p:spPr>
      </p:sp>
      <p:sp>
        <p:nvSpPr>
          <p:cNvPr id="5" name="Shape 3"/>
          <p:cNvSpPr/>
          <p:nvPr/>
        </p:nvSpPr>
        <p:spPr>
          <a:xfrm>
            <a:off x="7680960" y="914400"/>
            <a:ext cx="1645920" cy="1645920"/>
          </a:xfrm>
          <a:prstGeom prst="ellipse">
            <a:avLst/>
          </a:prstGeom>
          <a:solidFill>
            <a:srgbClr val="082F49"/>
          </a:solidFill>
          <a:ln w="6350">
            <a:solidFill>
              <a:srgbClr val="67E8F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645920"/>
            <a:ext cx="64008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AENEWS Agent OS X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731520" y="3200400"/>
            <a:ext cx="2286000" cy="64008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3474720"/>
            <a:ext cx="6400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67E8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Theme Premium : Deep Ocean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731520" y="530352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AENEWS Agent OS X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
            <a:srgbClr val="06B6D4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CFE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C4A6E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09728"/>
            <a:ext cx="7772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Métriques Clés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57200" y="1463040"/>
            <a:ext cx="2560320" cy="3474720"/>
          </a:xfrm>
          <a:prstGeom prst="rect">
            <a:avLst>
              <a:gd name="adj" fmla="val 357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463040"/>
            <a:ext cx="2560320" cy="73152"/>
          </a:xfrm>
          <a:prstGeom prst="rect">
            <a:avLst>
              <a:gd name="adj" fmla="val 125000"/>
            </a:avLst>
          </a:prstGeom>
          <a:solidFill>
            <a:srgbClr val="06B6D4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2103120"/>
            <a:ext cx="25603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110+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457200" y="347472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Agents IA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291840" y="1463040"/>
            <a:ext cx="2560320" cy="3474720"/>
          </a:xfrm>
          <a:prstGeom prst="rect">
            <a:avLst>
              <a:gd name="adj" fmla="val 357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91840" y="1463040"/>
            <a:ext cx="2560320" cy="73152"/>
          </a:xfrm>
          <a:prstGeom prst="rect">
            <a:avLst>
              <a:gd name="adj" fmla="val 125000"/>
            </a:avLst>
          </a:prstGeom>
          <a:solidFill>
            <a:srgbClr val="059669"/>
          </a:solidFill>
          <a:ln/>
        </p:spPr>
      </p:sp>
      <p:sp>
        <p:nvSpPr>
          <p:cNvPr id="11" name="Text 9"/>
          <p:cNvSpPr/>
          <p:nvPr/>
        </p:nvSpPr>
        <p:spPr>
          <a:xfrm>
            <a:off x="3291840" y="2103120"/>
            <a:ext cx="25603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3291840" y="347472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Clusters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126480" y="1463040"/>
            <a:ext cx="2560320" cy="3474720"/>
          </a:xfrm>
          <a:prstGeom prst="rect">
            <a:avLst>
              <a:gd name="adj" fmla="val 357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126480" y="1463040"/>
            <a:ext cx="2560320" cy="73152"/>
          </a:xfrm>
          <a:prstGeom prst="rect">
            <a:avLst>
              <a:gd name="adj" fmla="val 125000"/>
            </a:avLst>
          </a:prstGeom>
          <a:solidFill>
            <a:srgbClr val="D97706"/>
          </a:solidFill>
          <a:ln/>
        </p:spPr>
      </p:sp>
      <p:sp>
        <p:nvSpPr>
          <p:cNvPr id="15" name="Text 13"/>
          <p:cNvSpPr/>
          <p:nvPr/>
        </p:nvSpPr>
        <p:spPr>
          <a:xfrm>
            <a:off x="6126480" y="2103120"/>
            <a:ext cx="25603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99.9%</a:t>
            </a:r>
            <a:endParaRPr lang="en-US" sz="3600" dirty="0"/>
          </a:p>
        </p:txBody>
      </p:sp>
      <p:sp>
        <p:nvSpPr>
          <p:cNvPr id="16" name="Text 14"/>
          <p:cNvSpPr/>
          <p:nvPr/>
        </p:nvSpPr>
        <p:spPr>
          <a:xfrm>
            <a:off x="6126480" y="347472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Uptime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8412480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82F4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3" name="Shape 1"/>
          <p:cNvSpPr/>
          <p:nvPr/>
        </p:nvSpPr>
        <p:spPr>
          <a:xfrm>
            <a:off x="-914400" y="-914400"/>
            <a:ext cx="2743200" cy="2743200"/>
          </a:xfrm>
          <a:prstGeom prst="ellipse">
            <a:avLst/>
          </a:prstGeom>
          <a:solidFill>
            <a:srgbClr val="0C4A6E"/>
          </a:solidFill>
          <a:ln w="6350">
            <a:solidFill>
              <a:srgbClr val="06B6D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00" y="5029200"/>
            <a:ext cx="2286000" cy="2286000"/>
          </a:xfrm>
          <a:prstGeom prst="ellipse">
            <a:avLst/>
          </a:prstGeom>
          <a:solidFill>
            <a:srgbClr val="0C4A6E"/>
          </a:solidFill>
          <a:ln w="6350">
            <a:solidFill>
              <a:srgbClr val="06B6D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1645920"/>
            <a:ext cx="7315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Merci</a:t>
            </a:r>
            <a:endParaRPr lang="en-US" sz="4800" dirty="0"/>
          </a:p>
        </p:txBody>
      </p:sp>
      <p:sp>
        <p:nvSpPr>
          <p:cNvPr id="6" name="Shape 4"/>
          <p:cNvSpPr/>
          <p:nvPr/>
        </p:nvSpPr>
        <p:spPr>
          <a:xfrm>
            <a:off x="3200400" y="3108960"/>
            <a:ext cx="2743200" cy="54864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7" name="Text 5"/>
          <p:cNvSpPr/>
          <p:nvPr/>
        </p:nvSpPr>
        <p:spPr>
          <a:xfrm>
            <a:off x="1371600" y="3474720"/>
            <a:ext cx="6400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67E8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Theme ocean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2286000" y="52120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aenews.ai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0" y="6803136"/>
            <a:ext cx="9144000" cy="54864"/>
          </a:xfrm>
          <a:prstGeom prst="rect">
            <a:avLst/>
          </a:prstGeom>
          <a:solidFill>
            <a:srgbClr val="06B6D4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AENEWS Agent OS X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AENEWS_Theme_Ocean</dc:title>
  <dc:subject>AENEWS_Theme_Ocean</dc:subject>
  <dc:creator>AENEWS Agent OS X</dc:creator>
  <cp:lastModifiedBy>AENEWS Agent OS X</cp:lastModifiedBy>
  <cp:revision>1</cp:revision>
  <dcterms:created xsi:type="dcterms:W3CDTF">2026-06-15T17:57:13Z</dcterms:created>
  <dcterms:modified xsi:type="dcterms:W3CDTF">2026-06-15T17:57:13Z</dcterms:modified>
</cp:coreProperties>
</file>